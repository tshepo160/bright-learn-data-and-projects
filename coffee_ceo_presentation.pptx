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Bright Coffee Shop Sales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for CEO</a:t>
            </a:r>
          </a:p>
          <a:p>
            <a:r>
              <a:t>Data-driven insights and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sales performance</a:t>
            </a:r>
          </a:p>
          <a:p>
            <a:r>
              <a:t>Identify top products</a:t>
            </a:r>
          </a:p>
          <a:p>
            <a:r>
              <a:t>Find peak sales times</a:t>
            </a:r>
          </a:p>
          <a:p>
            <a:r>
              <a:t>Recommend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products drive most revenue</a:t>
            </a:r>
          </a:p>
          <a:p>
            <a:r>
              <a:t>Peak hours identified</a:t>
            </a:r>
          </a:p>
          <a:p>
            <a:r>
              <a:t>Store comparison highlights best 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and daily revenue trends</a:t>
            </a:r>
          </a:p>
          <a:p>
            <a:r>
              <a:t>Growth opportunities identified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Best-selling vs low-performing products</a:t>
            </a:r>
          </a:p>
          <a:p>
            <a:r>
              <a:t>Focus on high-margin items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 hours: Morning &amp; Afternoon</a:t>
            </a:r>
          </a:p>
          <a:p>
            <a:r>
              <a:t>Slow periods: Late evening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Top-performing store leads revenue</a:t>
            </a:r>
          </a:p>
          <a:p>
            <a:r>
              <a:t>Opportunity to replicate success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Promote best sellers</a:t>
            </a:r>
          </a:p>
          <a:p>
            <a:r>
              <a:t>Run campaigns during slow hours</a:t>
            </a:r>
          </a:p>
          <a:p>
            <a:r>
              <a:t>Optimize inventory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reporting</a:t>
            </a:r>
          </a:p>
          <a:p>
            <a:r>
              <a:t>Expand analysis</a:t>
            </a:r>
          </a:p>
          <a:p>
            <a:r>
              <a:t>Introduce loyalty programs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